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5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6000">
              <a:srgbClr val="00B0F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3810"/>
          </a:xfrm>
        </p:spPr>
        <p:txBody>
          <a:bodyPr>
            <a:normAutofit fontScale="90000"/>
          </a:bodyPr>
          <a:lstStyle/>
          <a:p>
            <a:r>
              <a:rPr b="1" i="1" u="sng" dirty="0"/>
              <a:t>Digital Literacy Awareness</a:t>
            </a:r>
            <a:br>
              <a:rPr lang="en-US" b="1" i="1" u="sng" dirty="0"/>
            </a:br>
            <a:r>
              <a:rPr lang="en-US" sz="4000" b="1" i="1" u="sng" dirty="0"/>
              <a:t>VITYARTHI</a:t>
            </a:r>
            <a:endParaRPr sz="4000" b="1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56" y="3300984"/>
            <a:ext cx="8476488" cy="2697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u="sng" dirty="0"/>
              <a:t>STUDENT DETAIL:-</a:t>
            </a:r>
          </a:p>
          <a:p>
            <a:r>
              <a:rPr dirty="0"/>
              <a:t>Pallavi Kumari</a:t>
            </a:r>
          </a:p>
          <a:p>
            <a:r>
              <a:rPr dirty="0"/>
              <a:t>Registration No: 25BAI10352</a:t>
            </a:r>
          </a:p>
          <a:p>
            <a:r>
              <a:rPr dirty="0"/>
              <a:t>CSE (AI &amp; ML)</a:t>
            </a:r>
          </a:p>
          <a:p>
            <a:r>
              <a:rPr dirty="0"/>
              <a:t>VIT Bhopal University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9CE86-84C1-7EB6-C0A8-F8C77CBEB1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0" y="0"/>
            <a:ext cx="9189721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020" y="274638"/>
            <a:ext cx="6537960" cy="895794"/>
          </a:xfrm>
        </p:spPr>
        <p:txBody>
          <a:bodyPr/>
          <a:lstStyle/>
          <a:p>
            <a:r>
              <a:rPr b="1" i="1" u="sng" dirty="0"/>
              <a:t>What is Digital Literacy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literacy is the ability to use digital technology effectively, safely, and responsibly.</a:t>
            </a:r>
          </a:p>
          <a:p>
            <a:r>
              <a:t>It includes internet usage, communication, and protecting personal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D2B26-B205-74B6-4951-7B4AD3B18D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effectLst>
            <a:glow>
              <a:schemeClr val="accent1">
                <a:alpha val="58000"/>
              </a:schemeClr>
            </a:glow>
            <a:reflection blurRad="215900" stA="78000" endPos="65000" dist="635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Importance of Digital Literacy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in online learning</a:t>
            </a:r>
          </a:p>
          <a:p>
            <a:r>
              <a:t>• Improves communication</a:t>
            </a:r>
          </a:p>
          <a:p>
            <a:r>
              <a:t>• Enhances career opportunities</a:t>
            </a:r>
          </a:p>
          <a:p>
            <a:r>
              <a:t>• Promotes safe internet usage</a:t>
            </a:r>
          </a:p>
          <a:p>
            <a:r>
              <a:t>• Improves productivity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53AE5-D78E-4AA4-31B2-4C08C3D08A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0" y="1"/>
            <a:ext cx="92440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Digital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footprint is the information we leave online.</a:t>
            </a:r>
          </a:p>
          <a:p>
            <a:r>
              <a:rPr dirty="0"/>
              <a:t>Examples:</a:t>
            </a:r>
          </a:p>
          <a:p>
            <a:r>
              <a:rPr dirty="0"/>
              <a:t>• Social media posts</a:t>
            </a:r>
          </a:p>
          <a:p>
            <a:r>
              <a:rPr dirty="0"/>
              <a:t>• Comments</a:t>
            </a:r>
          </a:p>
          <a:p>
            <a:r>
              <a:rPr dirty="0"/>
              <a:t>• Photos</a:t>
            </a:r>
          </a:p>
          <a:p>
            <a:r>
              <a:rPr dirty="0"/>
              <a:t>• Online searches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4899F-6BAC-51B1-E1AD-EF396411BF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Cyber Security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strong passwords</a:t>
            </a:r>
          </a:p>
          <a:p>
            <a:r>
              <a:t>• Avoid suspicious links</a:t>
            </a:r>
          </a:p>
          <a:p>
            <a:r>
              <a:t>• Do not share OTP</a:t>
            </a:r>
          </a:p>
          <a:p>
            <a:r>
              <a:t>• Use secure websites</a:t>
            </a:r>
          </a:p>
          <a:p>
            <a:r>
              <a:t>• Update software regularly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E4574-B93E-F221-15D7-73F554D574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Safe Internet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information</a:t>
            </a:r>
          </a:p>
          <a:p>
            <a:r>
              <a:t>• Avoid fake websites</a:t>
            </a:r>
          </a:p>
          <a:p>
            <a:r>
              <a:t>• Protect personal data</a:t>
            </a:r>
          </a:p>
          <a:p>
            <a:r>
              <a:t>• Use trusted platforms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6656C-4985-A8BA-65B4-D8B64FC3F3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Digital Learning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Coursera</a:t>
            </a:r>
          </a:p>
          <a:p>
            <a:r>
              <a:t>• NPTEL</a:t>
            </a:r>
          </a:p>
          <a:p>
            <a:r>
              <a:t>• YouTube Learning</a:t>
            </a:r>
          </a:p>
          <a:p>
            <a:r>
              <a:t>• LinkedIn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08C57-FAB0-C817-B431-97EAA02EDB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Responsible Digital Citizen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Respect others online</a:t>
            </a:r>
          </a:p>
          <a:p>
            <a:r>
              <a:t>• Avoid cyberbullying</a:t>
            </a:r>
          </a:p>
          <a:p>
            <a:r>
              <a:t>• Use technology responsibly</a:t>
            </a:r>
          </a:p>
          <a:p>
            <a:r>
              <a:t>• Follow digital ethics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7B9400-F03D-8E89-342E-89877682C1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literacy is essential for students in today's digital world.</a:t>
            </a:r>
          </a:p>
          <a:p>
            <a:r>
              <a:t>It helps in learning, communication, and career growth.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1051E-86B9-D4C8-163D-0D02182732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3999" cy="6958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7904"/>
            <a:ext cx="8229600" cy="4608259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endParaRPr dirty="0"/>
          </a:p>
          <a:p>
            <a:r>
              <a:rPr dirty="0"/>
              <a:t>Pallavi Kumari</a:t>
            </a:r>
          </a:p>
          <a:p>
            <a:r>
              <a:rPr dirty="0"/>
              <a:t>CSE (AI &amp; ML)</a:t>
            </a:r>
          </a:p>
          <a:p>
            <a:r>
              <a:rPr dirty="0"/>
              <a:t>VIT Bhopal University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0D804-E8C3-BFA4-459B-A1FE3E9913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-73152" y="0"/>
            <a:ext cx="9217151" cy="8357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212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Digital Literacy Awareness VITYARTHI</vt:lpstr>
      <vt:lpstr>What is Digital Literacy</vt:lpstr>
      <vt:lpstr>Importance of Digital Literacy</vt:lpstr>
      <vt:lpstr>Digital Footprint</vt:lpstr>
      <vt:lpstr>Cyber Security Awareness</vt:lpstr>
      <vt:lpstr>Safe Internet Usage</vt:lpstr>
      <vt:lpstr>Digital Learning Platforms</vt:lpstr>
      <vt:lpstr>Responsible Digital Citizen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Pallavi Kumari</cp:lastModifiedBy>
  <cp:revision>2</cp:revision>
  <dcterms:created xsi:type="dcterms:W3CDTF">2013-01-27T09:14:16Z</dcterms:created>
  <dcterms:modified xsi:type="dcterms:W3CDTF">2026-03-26T11:18:00Z</dcterms:modified>
  <cp:category/>
</cp:coreProperties>
</file>